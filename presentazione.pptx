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658368"/>
            <a:ext cx="10652760" cy="0"/>
          </a:xfrm>
          <a:prstGeom prst="line">
            <a:avLst/>
          </a:prstGeom>
          <a:ln w="1143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31520" y="6217920"/>
            <a:ext cx="10652760" cy="0"/>
          </a:xfrm>
          <a:prstGeom prst="line">
            <a:avLst/>
          </a:prstGeom>
          <a:ln w="1143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4672" y="987552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A35D"/>
                </a:solidFill>
                <a:latin typeface="DejaVu Sans"/>
              </a:rPr>
              <a:t>UN'AVVENTURA DI RUOLO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7040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3EBDD"/>
                </a:solidFill>
                <a:latin typeface="DejaVu Serif"/>
              </a:rPr>
              <a:t>SKARHEIM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2953512"/>
            <a:ext cx="4846320" cy="0"/>
          </a:xfrm>
          <a:prstGeom prst="line">
            <a:avLst/>
          </a:prstGeom>
          <a:ln w="1778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3200400"/>
            <a:ext cx="6583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L'Eredità di Daven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406908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8B7A9"/>
                </a:solidFill>
                <a:latin typeface="DejaVu Sans"/>
              </a:rPr>
              <a:t>Le vostre scelte. Un mondo vivo.
Una storia ancora da scrivere.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57800"/>
            <a:ext cx="1298448" cy="384048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276088"/>
            <a:ext cx="11887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79985"/>
                </a:solidFill>
                <a:latin typeface="DejaVu Sans"/>
              </a:rPr>
              <a:t>FANTASY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5257800"/>
            <a:ext cx="1188720" cy="384048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95144" y="5276088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SURVIVAL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5257800"/>
            <a:ext cx="1143000" cy="384048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5276088"/>
            <a:ext cx="103327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D7868"/>
                </a:solidFill>
                <a:latin typeface="DejaVu Sans"/>
              </a:rPr>
              <a:t>INTRIGHI</a:t>
            </a:r>
          </a:p>
        </p:txBody>
      </p:sp>
      <p:sp>
        <p:nvSpPr>
          <p:cNvPr id="16" name="Oval 15"/>
          <p:cNvSpPr/>
          <p:nvPr/>
        </p:nvSpPr>
        <p:spPr>
          <a:xfrm>
            <a:off x="8266175" y="1801368"/>
            <a:ext cx="2523744" cy="2523744"/>
          </a:xfrm>
          <a:prstGeom prst="ellipse">
            <a:avLst/>
          </a:prstGeom>
          <a:noFill/>
          <a:ln w="17780">
            <a:solidFill>
              <a:srgbClr val="D1A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881360" y="3063240"/>
            <a:ext cx="155448" cy="0"/>
          </a:xfrm>
          <a:prstGeom prst="line">
            <a:avLst/>
          </a:prstGeom>
          <a:ln w="1397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84984" y="4020176"/>
            <a:ext cx="109918" cy="109918"/>
          </a:xfrm>
          <a:prstGeom prst="line">
            <a:avLst/>
          </a:prstGeom>
          <a:ln w="1397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28048" y="4416552"/>
            <a:ext cx="0" cy="155448"/>
          </a:xfrm>
          <a:prstGeom prst="line">
            <a:avLst/>
          </a:prstGeom>
          <a:ln w="1397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461193" y="4020176"/>
            <a:ext cx="109918" cy="109918"/>
          </a:xfrm>
          <a:prstGeom prst="line">
            <a:avLst/>
          </a:prstGeom>
          <a:ln w="1397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019288" y="3063240"/>
            <a:ext cx="155448" cy="0"/>
          </a:xfrm>
          <a:prstGeom prst="line">
            <a:avLst/>
          </a:prstGeom>
          <a:ln w="1397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8461193" y="1996385"/>
            <a:ext cx="109918" cy="109918"/>
          </a:xfrm>
          <a:prstGeom prst="line">
            <a:avLst/>
          </a:prstGeom>
          <a:ln w="1397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528048" y="1554480"/>
            <a:ext cx="0" cy="155448"/>
          </a:xfrm>
          <a:prstGeom prst="line">
            <a:avLst/>
          </a:prstGeom>
          <a:ln w="1397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484984" y="1996385"/>
            <a:ext cx="109918" cy="109918"/>
          </a:xfrm>
          <a:prstGeom prst="line">
            <a:avLst/>
          </a:prstGeom>
          <a:ln w="1397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28048" y="2185416"/>
            <a:ext cx="0" cy="1755648"/>
          </a:xfrm>
          <a:prstGeom prst="line">
            <a:avLst/>
          </a:prstGeom>
          <a:ln w="10160">
            <a:solidFill>
              <a:srgbClr val="7F8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50224" y="3063240"/>
            <a:ext cx="1755648" cy="0"/>
          </a:xfrm>
          <a:prstGeom prst="line">
            <a:avLst/>
          </a:prstGeom>
          <a:ln w="10160">
            <a:solidFill>
              <a:srgbClr val="7F8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814816" y="2788920"/>
            <a:ext cx="512064" cy="713232"/>
          </a:xfrm>
          <a:prstGeom prst="line">
            <a:avLst/>
          </a:prstGeom>
          <a:ln w="2540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26880" y="2788920"/>
            <a:ext cx="365760" cy="384048"/>
          </a:xfrm>
          <a:prstGeom prst="line">
            <a:avLst/>
          </a:prstGeom>
          <a:ln w="2540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692640" y="2532888"/>
            <a:ext cx="438912" cy="640080"/>
          </a:xfrm>
          <a:prstGeom prst="line">
            <a:avLst/>
          </a:prstGeom>
          <a:ln w="2540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131552" y="2532888"/>
            <a:ext cx="146304" cy="969264"/>
          </a:xfrm>
          <a:prstGeom prst="line">
            <a:avLst/>
          </a:prstGeom>
          <a:ln w="25400">
            <a:solidFill>
              <a:srgbClr val="D1A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63840" y="4828032"/>
            <a:ext cx="3337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A35D"/>
                </a:solidFill>
                <a:latin typeface="DejaVu Sans"/>
              </a:rPr>
              <a:t>IL MONDO REAGISCE.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37376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PRESENTAZIONE DELLA CAMPAGNA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01  /  LA CAMPAGNA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Una storia di scelte e conseguenze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L'Eredità di Daven si svolge nel mondo di Skarheim, tra mito, rischio e politica.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12848"/>
            <a:ext cx="3456432" cy="1856231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2432304"/>
            <a:ext cx="50292" cy="1417319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41448"/>
            <a:ext cx="2834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EBDD"/>
                </a:solidFill>
                <a:latin typeface="DejaVu Serif"/>
              </a:rPr>
              <a:t>Fantasy medievale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017520"/>
            <a:ext cx="2834639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Un mondo originale ispirato all'immaginario e alle leggende norrene.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212848"/>
            <a:ext cx="3456432" cy="1856231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2432304"/>
            <a:ext cx="50292" cy="1417319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2441448"/>
            <a:ext cx="2834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EBDD"/>
                </a:solidFill>
                <a:latin typeface="DejaVu Serif"/>
              </a:rPr>
              <a:t>Ombre e sopravvivenza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017520"/>
            <a:ext cx="2834639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Horror, risorse da gestire e decisioni che possono avere un costo.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212848"/>
            <a:ext cx="3456432" cy="1856231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2432304"/>
            <a:ext cx="50292" cy="1417319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441448"/>
            <a:ext cx="2834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EBDD"/>
                </a:solidFill>
                <a:latin typeface="DejaVu Serif"/>
              </a:rPr>
              <a:t>Intrighi e libertà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017520"/>
            <a:ext cx="2834639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Le scelte dei personaggi guidano la trama e ne determinano gli sviluppi.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90872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3EBDD"/>
                </a:solidFill>
                <a:latin typeface="DejaVu Serif"/>
              </a:rPr>
              <a:t>Non siete qui per seguire una trama già scritta: siete qui per darle forma.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02  /  PRIMA DI INIZIARE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Temi e tono della campagna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La campagna affronta contenuti che potrebbero risultare intensi o delicati.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76272"/>
            <a:ext cx="3977639" cy="3401568"/>
          </a:xfrm>
          <a:prstGeom prst="roundRect">
            <a:avLst/>
          </a:prstGeom>
          <a:solidFill>
            <a:srgbClr val="33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D7868"/>
                </a:solidFill>
                <a:latin typeface="DejaVu Sans"/>
              </a:rPr>
              <a:t>AVVISO CONTENUTI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35808"/>
            <a:ext cx="329184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3EBDD"/>
                </a:solidFill>
                <a:latin typeface="DejaVu Serif"/>
              </a:rPr>
              <a:t>Violenza fisica, mentale, sessuale e verbale; horror; intrighi politici; situazioni moralmente complesse.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331720"/>
            <a:ext cx="6172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A35D"/>
                </a:solidFill>
                <a:latin typeface="DejaVu Sans"/>
              </a:rPr>
              <a:t>UNA STORIA SENZA RISPOSTE SEMPLICI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852928"/>
            <a:ext cx="6172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3EBDD"/>
                </a:solidFill>
                <a:latin typeface="DejaVu Serif"/>
              </a:rPr>
              <a:t>Le decisioni potrebbero non avere una soluzione giusta o sbagliata e le conseguenze non saranno sempre prevedibili.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66360" y="4279392"/>
            <a:ext cx="5989320" cy="0"/>
          </a:xfrm>
          <a:prstGeom prst="line">
            <a:avLst/>
          </a:prstGeom>
          <a:ln w="1143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66360" y="4599432"/>
            <a:ext cx="5989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Il fantasy medievale è personalizzato per il tema della campagna, insieme a elementi survival e gestionali.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03  /  AL TAVOLO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Rispetto e spazio per tutti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Regole semplici per proteggere l'esperienza condivisa.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76272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395728"/>
            <a:ext cx="50292" cy="91440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04872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Rispetto durante il roleplay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80944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Non schernire né deridere chi interpreta o interagisce con il mondo.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76272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2395728"/>
            <a:ext cx="50292" cy="91440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04872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Ascoltare senza interrompere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80944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Aspetta che il master o gli altri giocatori concludano la descrizione o l'interazione.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67328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" y="3986784"/>
            <a:ext cx="50292" cy="91440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95928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Partecipazione per tutti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Alza la mano se vuoi intervenire senza interrompere: il master ti darà spazio.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67328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3986784"/>
            <a:ext cx="50292" cy="91440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95928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Scherzare, senza rovinare la scena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Le battute sono benvenute, finché non compromettono la sessione o il divertimento altrui.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03  /  AL TAVOLO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Fiducia, salute e correttezza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La collaborazione viene prima della competizione tra giocatori.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76272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395728"/>
            <a:ext cx="50292" cy="91440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04872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Dubbi e decisioni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80944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Per regole e situazioni, chiedi al master: a lui spettano approvazioni, interpretazioni e veti.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76272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2395728"/>
            <a:ext cx="50292" cy="91440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04872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Rispetto delle decisioni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80944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Le decisioni del master vanno rispettate, anche quando non coincidono con le aspettative.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67328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" y="3986784"/>
            <a:ext cx="50292" cy="91440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95928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La vita privata viene prima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Se ti ammali, dai priorità alla salute e alla guarigione. Il gioco può aspettare.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67328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3986784"/>
            <a:ext cx="50292" cy="91440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95928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Tiri di dado trasparenti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È vietato falsificare, alterare o modificare il risultato di un tiro.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04  /  I GIOCATORI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Il personaggio è più della scheda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Il passato e le scelte dei personaggi avranno un peso nella storia.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76272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395728"/>
            <a:ext cx="50292" cy="91440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04872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Le vostre azioni muovono la trama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80944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Le decisioni dei giocatori influenzeranno in larga parte lo sviluppo della campagna.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76272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2395728"/>
            <a:ext cx="50292" cy="91440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04872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Interpretare è al centro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80944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Il gioco di ruolo è incoraggiato. Le statistiche sono linee guida, non l'unico modo di leggere il personaggio.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67328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" y="3986784"/>
            <a:ext cx="50292" cy="91440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95928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Le regole si imparano giocando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Non serve conoscere il sistema a memoria: giocatori esperti saranno disponibili ad aiutare.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67328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3986784"/>
            <a:ext cx="50292" cy="91440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95928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Costruire un background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È richiesto per ogni personaggio; può essere individuale o condiviso, sempre coinvolgendo il master.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05  /  IL MASTER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Il master gioca con voi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Non è un avversario: il suo ruolo è far vivere un'esperienza coinvolgente.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76272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395728"/>
            <a:ext cx="50292" cy="91440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04872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Sfide, non una gara a eliminare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80944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Il master mette i personaggi davanti a situazioni significative: non ha come obiettivo ucciderli.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76272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2395728"/>
            <a:ext cx="50292" cy="91440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04872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Una storia condivisa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80944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Il mondo reagisce alle vostre azioni; il master non impone una trama prestabilita.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67328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" y="3986784"/>
            <a:ext cx="50292" cy="91440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95928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Spazio e ascolto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Tutti avranno l'opportunità di esprimersi e di approfondire il proprio background.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67328"/>
            <a:ext cx="5230368" cy="135331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3986784"/>
            <a:ext cx="50292" cy="91440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95928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Disponibilità e presenza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60857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Il master è disponibile per dubbi e chiarimenti e sarà presente alle sessioni, salvo imprevisti.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06  /  IL MONDO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Skarheim è un mondo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Ogni scelta può lasciare traccia, anche quando sembra irrilevante.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75488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3EBDD"/>
                </a:solidFill>
                <a:latin typeface="DejaVu Serif"/>
              </a:rPr>
              <a:t>Le persone incontrate, i conflitti affrontati e le decisioni prese cambieranno ciò che accadrà.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267712"/>
            <a:ext cx="0" cy="3035808"/>
          </a:xfrm>
          <a:prstGeom prst="line">
            <a:avLst/>
          </a:prstGeom>
          <a:ln w="1270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23591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A35D"/>
                </a:solidFill>
                <a:latin typeface="DejaVu Sans"/>
              </a:rPr>
              <a:t>UNA STORIA GIÀ IN MOVIMENTO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52928"/>
            <a:ext cx="46634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8B7A9"/>
                </a:solidFill>
                <a:latin typeface="DejaVu Sans"/>
              </a:rPr>
              <a:t>La campagna è anche conseguenza di avventure già vissute a Skarheim.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136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79985"/>
                </a:solidFill>
                <a:latin typeface="DejaVu Sans"/>
              </a:rPr>
              <a:t>ISPIRAZIONE, NON COPIA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07408"/>
            <a:ext cx="46634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8B7A9"/>
                </a:solidFill>
                <a:latin typeface="DejaVu Sans"/>
              </a:rPr>
              <a:t>Miti e leggende norrene sono un punto di partenza: questa è una reinterpretazione.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38928"/>
            <a:ext cx="10287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D1A35D"/>
                </a:solidFill>
                <a:latin typeface="DejaVu Serif"/>
              </a:rPr>
              <a:t>La nostra storia non è una riproduzione delle leggende.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07  /  PERSONAGGI E RISORSE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Interpretare. Scegliere. Amministrare.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Il gioco può mettere alla prova sia le convinzioni sia le risorse dei personaggi.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5230368" cy="1938528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414015"/>
            <a:ext cx="50292" cy="1499616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EBDD"/>
                </a:solidFill>
                <a:latin typeface="DejaVu Serif"/>
              </a:rPr>
              <a:t>Gioca qualcuno di diverso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99232"/>
            <a:ext cx="4608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Non aver paura di interpretare caratteristiche, convinzioni e personalità lontane dalle tue: immedesimarsi fa parte del gioco.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5230368" cy="1938528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2414015"/>
            <a:ext cx="50292" cy="1499616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4608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EBDD"/>
                </a:solidFill>
                <a:latin typeface="DejaVu Serif"/>
              </a:rPr>
              <a:t>Le risorse non sono infinite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99232"/>
            <a:ext cx="460857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Ricchezze e approvvigionamenti potrebbero essere limitati: gestirli farà parte dell'esperienza.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4572000"/>
            <a:ext cx="6236208" cy="749808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4700016"/>
            <a:ext cx="58704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1A35D"/>
                </a:solidFill>
                <a:latin typeface="DejaVu Serif"/>
              </a:rPr>
              <a:t>1 MONETA D'ORO (MO)  =  1 PASTO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08  /  CONFLITTO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Il combattimento non è la risposta automatica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Gli scontri non sono il fulcro dell'avventura e molti saranno evitabili.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49834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EBDD"/>
                </a:solidFill>
                <a:latin typeface="DejaVu Serif"/>
              </a:rPr>
              <a:t>Se cerchi una campagna in cui si combatte a ogni sessione, questa potrebbe non fare per 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041648"/>
            <a:ext cx="4709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1A35D"/>
                </a:solidFill>
                <a:latin typeface="DejaVu Sans"/>
              </a:rPr>
              <a:t>Le vostre scelte possono portare allo scontro — oppure evitarlo.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86000"/>
            <a:ext cx="5120640" cy="786384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28231" y="2505456"/>
            <a:ext cx="50292" cy="347472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4498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EBDD"/>
                </a:solidFill>
                <a:latin typeface="DejaVu Serif"/>
              </a:rPr>
              <a:t>Dialogo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090672"/>
            <a:ext cx="4498848" cy="-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7A9"/>
                </a:solidFill>
                <a:latin typeface="DejaVu Sans"/>
              </a:rPr>
              <a:t>Capire le ragioni degli altri.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73552"/>
            <a:ext cx="5120640" cy="786384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28231" y="3493008"/>
            <a:ext cx="50292" cy="347472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502152"/>
            <a:ext cx="4498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EBDD"/>
                </a:solidFill>
                <a:latin typeface="DejaVu Serif"/>
              </a:rPr>
              <a:t>Diplomazia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078224"/>
            <a:ext cx="4498848" cy="-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7A9"/>
                </a:solidFill>
                <a:latin typeface="DejaVu Sans"/>
              </a:rPr>
              <a:t>Cercare un accordo.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261104"/>
            <a:ext cx="5120640" cy="786384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28231" y="4480560"/>
            <a:ext cx="50292" cy="347472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489704"/>
            <a:ext cx="4498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EBDD"/>
                </a:solidFill>
                <a:latin typeface="DejaVu Serif"/>
              </a:rPr>
              <a:t>Inganno e altre vie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065776"/>
            <a:ext cx="4498848" cy="-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7A9"/>
                </a:solidFill>
                <a:latin typeface="DejaVu Sans"/>
              </a:rPr>
              <a:t>Un conflitto può avere più soluzioni.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09  /  SISTEMA DI GIOCO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D&amp;D 3.5, con regole su misura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La campagna usa una versione personalizzata e collaudata nel tempo.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3456432" cy="178308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432304"/>
            <a:ext cx="50292" cy="1344168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41448"/>
            <a:ext cx="2834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EBDD"/>
                </a:solidFill>
                <a:latin typeface="DejaVu Serif"/>
              </a:rPr>
              <a:t>D20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2834639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Il sistema di gioco di riferimento.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212848"/>
            <a:ext cx="3456432" cy="178308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2432304"/>
            <a:ext cx="50292" cy="1344168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2441448"/>
            <a:ext cx="2834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EBDD"/>
                </a:solidFill>
                <a:latin typeface="DejaVu Serif"/>
              </a:rPr>
              <a:t>Regole homebrew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017520"/>
            <a:ext cx="2834639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Regole personalizzate saranno presentate durante la campagna.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212848"/>
            <a:ext cx="3456432" cy="178308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2432304"/>
            <a:ext cx="50292" cy="1344168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441448"/>
            <a:ext cx="28346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EBDD"/>
                </a:solidFill>
                <a:latin typeface="DejaVu Serif"/>
              </a:rPr>
              <a:t>Manuali come guida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017520"/>
            <a:ext cx="2834639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Le regole ufficiali non sono intoccabili: conta l'approvazione del master.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480560"/>
            <a:ext cx="9829800" cy="786384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626864"/>
            <a:ext cx="9372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3EBDD"/>
                </a:solidFill>
                <a:latin typeface="DejaVu Serif"/>
              </a:rPr>
              <a:t>Power play fortemente sconsigliato: l'obiettivo è giocare insieme.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10  /  MATERIALI DI GIOCO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Manuali consentiti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Il materiale ufficiale è disponibile: non serve acquistare manuali.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5074920" cy="228600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560320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A35D"/>
                </a:solidFill>
                <a:latin typeface="DejaVu Sans"/>
              </a:rPr>
              <a:t>SISTEMI AMMESSI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063240"/>
            <a:ext cx="438912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3EBDD"/>
                </a:solidFill>
                <a:latin typeface="DejaVu Serif"/>
              </a:rPr>
              <a:t>D&amp;D 3.5
Pathfinder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40280"/>
            <a:ext cx="5212080" cy="228600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6032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79985"/>
                </a:solidFill>
                <a:latin typeface="DejaVu Sans"/>
              </a:rPr>
              <a:t>PRIMA DI USARLI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63240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8B7A9"/>
                </a:solidFill>
                <a:latin typeface="DejaVu Sans"/>
              </a:rPr>
              <a:t>Ogni opzione va approvata dal master, soprattutto se entra in conflitto con le regole personalizzate.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83480"/>
            <a:ext cx="10195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1A35D"/>
                </a:solidFill>
                <a:latin typeface="DejaVu Serif"/>
              </a:rPr>
              <a:t>I manuali sono già in possesso del master.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11  /  OCCORRENTE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Cosa portare alla sessione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Poche cose pratiche per essere pronti a giocare.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212848"/>
            <a:ext cx="3337560" cy="1874519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432304"/>
            <a:ext cx="50292" cy="1435607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27157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EBDD"/>
                </a:solidFill>
                <a:latin typeface="DejaVu Serif"/>
              </a:rPr>
              <a:t>Scrivere e correggere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017520"/>
            <a:ext cx="271576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Una matita
Una gomma
Un quaderno o un dispositivo per gli appunti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212848"/>
            <a:ext cx="7040880" cy="1874519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487168"/>
            <a:ext cx="6309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A35D"/>
                </a:solidFill>
                <a:latin typeface="DejaVu Sans"/>
              </a:rPr>
              <a:t>SET DI DADI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063240"/>
            <a:ext cx="758952" cy="658368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3163824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d20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9552" y="3063240"/>
            <a:ext cx="758952" cy="658368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3163824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d100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55664" y="3063240"/>
            <a:ext cx="758952" cy="658368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63824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d12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3063240"/>
            <a:ext cx="758952" cy="658368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1" y="3163824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d10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3063240"/>
            <a:ext cx="758952" cy="658368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3" y="3163824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d8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3063240"/>
            <a:ext cx="758952" cy="658368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0576" y="3163824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d6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40112" y="3063240"/>
            <a:ext cx="758952" cy="658368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6688" y="3163824"/>
            <a:ext cx="685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d4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26280"/>
            <a:ext cx="6720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1A35D"/>
                </a:solidFill>
                <a:latin typeface="DejaVu Serif"/>
              </a:rPr>
              <a:t>Totale: 7 dadi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12  /  PUNTI E COSTI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La classifica e la cassa comune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Due aspetti pratici da conoscere prima dell'inizio.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" y="6528816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5074920" cy="205740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459736"/>
            <a:ext cx="50292" cy="1618488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68880"/>
            <a:ext cx="44531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EBDD"/>
                </a:solidFill>
                <a:latin typeface="DejaVu Serif"/>
              </a:rPr>
              <a:t>1 punto a sessione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44952"/>
            <a:ext cx="445312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A fine sessione, ogni giocatore assegna 1 punto a chi, secondo lui, ha interpretato meglio il proprio personaggio. I punti formeranno la classifica finale.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40280"/>
            <a:ext cx="5212080" cy="205740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459736"/>
            <a:ext cx="50292" cy="1618488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468880"/>
            <a:ext cx="45902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EBDD"/>
                </a:solidFill>
                <a:latin typeface="DejaVu Serif"/>
              </a:rPr>
              <a:t>Contributo di 1 €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44952"/>
            <a:ext cx="459028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Oltre al pagamento della sala, si verserà 1 € per sessione in una cassa comune.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4645152"/>
            <a:ext cx="9555480" cy="713232"/>
          </a:xfrm>
          <a:prstGeom prst="roundRect">
            <a:avLst/>
          </a:prstGeom>
          <a:solidFill>
            <a:srgbClr val="24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754880"/>
            <a:ext cx="9098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3EBDD"/>
                </a:solidFill>
                <a:latin typeface="DejaVu Serif"/>
              </a:rPr>
              <a:t>A fine campagna: buoni negozio distribuiti secondo la classifica.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685800"/>
            <a:ext cx="10698480" cy="0"/>
          </a:xfrm>
          <a:prstGeom prst="line">
            <a:avLst/>
          </a:prstGeom>
          <a:ln w="1143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31520" y="6236208"/>
            <a:ext cx="10698480" cy="0"/>
          </a:xfrm>
          <a:prstGeom prst="line">
            <a:avLst/>
          </a:prstGeom>
          <a:ln w="1143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05840" y="1124712"/>
            <a:ext cx="10149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A35D"/>
                </a:solidFill>
                <a:latin typeface="DejaVu Sans"/>
              </a:rPr>
              <a:t>IL MONDO VI ASPETTA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3EBDD"/>
                </a:solidFill>
                <a:latin typeface="DejaVu Serif"/>
              </a:rPr>
              <a:t>Skarheim reagirà alle vostre scelte.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246120"/>
            <a:ext cx="81381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8B7A9"/>
                </a:solidFill>
                <a:latin typeface="DejaVu Serif"/>
              </a:rPr>
              <a:t>Il master fornirà il mondo.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160520"/>
            <a:ext cx="81381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D1A35D"/>
                </a:solidFill>
                <a:latin typeface="DejaVu Serif"/>
              </a:rPr>
              <a:t>Voi deciderete cosa farne.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446520"/>
            <a:ext cx="10149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